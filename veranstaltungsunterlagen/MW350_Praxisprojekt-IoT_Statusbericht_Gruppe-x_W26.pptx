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png" ContentType="image/png"/>
  <Default Extension="jpeg" ContentType="image/jpeg"/>
  <Default Extension="svg" ContentType="image/svg+xml"/>
  <Default Extension="rels" ContentType="application/vnd.openxmlformats-package.relationships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4.xml" ContentType="application/vnd.openxmlformats-officedocument.presentationml.slideLayout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firstSlideNum="0" saveSubsetFonts="1" showSpecialPlsOnTitleSld="0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9144000" cy="6858000" type="screen4x3"/>
  <p:notesSz cx="7099300" cy="10234613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9" d="100"/>
          <a:sy n="79" d="100"/>
        </p:scale>
        <p:origin x="1560" y="67"/>
      </p:cViewPr>
      <p:guideLst>
        <p:guide pos="2160" orient="horz"/>
        <p:guide pos="2880"/>
      </p:guideLst>
    </p:cSldViewPr>
  </p:slideViewPr>
  <p:gridSpacing cx="36004" cy="36004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806269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85703147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>
              <a:defRPr/>
            </a:pPr>
            <a:fld id="{0A2AED6F-8CCE-4E2A-80D0-C6CFD8E1616A}" type="datetimeFigureOut">
              <a:rPr lang="de-DE"/>
              <a:t>23.10.2026</a:t>
            </a:fld>
            <a:endParaRPr lang="de-DE"/>
          </a:p>
        </p:txBody>
      </p:sp>
      <p:sp>
        <p:nvSpPr>
          <p:cNvPr id="1963199460" name="Folienbildplatzhalt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529683161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885247062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338715932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>
              <a:defRPr/>
            </a:pPr>
            <a:fld id="{EE7502D3-C75A-44F5-A1AD-634ACADEF291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E94EC0-682C-081A-E51F-77F9C099AE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1A9F5E-0DA0-73E7-B410-BDA19569B0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FCCE19-918D-ED84-F991-9580531581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D87F8-0E80-CB1C-A827-FA9924DD7C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media3.svg"/><Relationship Id="rId7" Type="http://schemas.openxmlformats.org/officeDocument/2006/relationships/image" Target="../media/image7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693742" name="Rectangle 4"/>
          <p:cNvSpPr>
            <a:spLocks noChangeArrowheads="1"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>
              <a:defRPr sz="1400"/>
            </a:lvl1pPr>
          </a:lstStyle>
          <a:p>
            <a:pPr>
              <a:defRPr/>
            </a:pPr>
            <a:endParaRPr lang="de-DE"/>
          </a:p>
        </p:txBody>
      </p:sp>
      <p:pic>
        <p:nvPicPr>
          <p:cNvPr id="1884314414" name="Bild 18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0" y="124"/>
            <a:ext cx="4572153" cy="1307636"/>
          </a:xfrm>
          <a:prstGeom prst="rect">
            <a:avLst/>
          </a:prstGeom>
        </p:spPr>
      </p:pic>
      <p:pic>
        <p:nvPicPr>
          <p:cNvPr id="166238110" name="Bild 24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99645" y="3537012"/>
            <a:ext cx="980768" cy="2418735"/>
          </a:xfrm>
          <a:prstGeom prst="rect">
            <a:avLst/>
          </a:prstGeom>
        </p:spPr>
      </p:pic>
      <p:pic>
        <p:nvPicPr>
          <p:cNvPr id="354008631" name="Bild 25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103568" y="5956956"/>
            <a:ext cx="4911213" cy="899652"/>
          </a:xfrm>
          <a:prstGeom prst="rect">
            <a:avLst/>
          </a:prstGeom>
        </p:spPr>
      </p:pic>
      <p:pic>
        <p:nvPicPr>
          <p:cNvPr id="618417561" name="Bild 19"/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5438157" y="6639859"/>
            <a:ext cx="1231900" cy="152400"/>
          </a:xfrm>
          <a:prstGeom prst="rect">
            <a:avLst/>
          </a:prstGeom>
        </p:spPr>
      </p:pic>
      <p:pic>
        <p:nvPicPr>
          <p:cNvPr id="1483086704" name="Bild 13"/>
          <p:cNvPicPr>
            <a:picLocks noChangeAspect="1"/>
          </p:cNvPicPr>
          <p:nvPr userDrawn="1"/>
        </p:nvPicPr>
        <p:blipFill rotWithShape="1">
          <a:blip r:embed="rId7"/>
          <a:stretch/>
        </p:blipFill>
        <p:spPr bwMode="auto">
          <a:xfrm>
            <a:off x="-1196" y="1316456"/>
            <a:ext cx="104764" cy="5533448"/>
          </a:xfrm>
          <a:prstGeom prst="rect">
            <a:avLst/>
          </a:prstGeom>
        </p:spPr>
      </p:pic>
      <p:sp>
        <p:nvSpPr>
          <p:cNvPr id="1593381826" name="Rectangle 2"/>
          <p:cNvSpPr>
            <a:spLocks noChangeArrowheads="1" noGrp="1"/>
          </p:cNvSpPr>
          <p:nvPr>
            <p:ph type="ctrTitle"/>
          </p:nvPr>
        </p:nvSpPr>
        <p:spPr bwMode="auto">
          <a:xfrm>
            <a:off x="2743200" y="2616200"/>
            <a:ext cx="5181600" cy="5334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1454558938" name="Rectangle 3"/>
          <p:cNvSpPr>
            <a:spLocks noChangeArrowheads="1" noGrp="1"/>
          </p:cNvSpPr>
          <p:nvPr>
            <p:ph type="subTitle" idx="1"/>
          </p:nvPr>
        </p:nvSpPr>
        <p:spPr bwMode="auto">
          <a:xfrm>
            <a:off x="2743200" y="3352800"/>
            <a:ext cx="5029200" cy="1473200"/>
          </a:xfrm>
        </p:spPr>
        <p:txBody>
          <a:bodyPr/>
          <a:lstStyle>
            <a:lvl1pPr marL="0" indent="0">
              <a:buFont typeface="Wingdings"/>
              <a:buNone/>
              <a:defRPr/>
            </a:lvl1pPr>
          </a:lstStyle>
          <a:p>
            <a:pPr lvl="0">
              <a:defRPr/>
            </a:pPr>
            <a:r>
              <a:rPr lang="de-DE"/>
              <a:t>Formatvorlage des Untertitelmasters durch Klicken bearbeiten</a:t>
            </a:r>
            <a:endParaRPr/>
          </a:p>
        </p:txBody>
      </p:sp>
      <p:pic>
        <p:nvPicPr>
          <p:cNvPr id="1685440894" name="Grafik 18"/>
          <p:cNvPicPr/>
          <p:nvPr userDrawn="1"/>
        </p:nvPicPr>
        <p:blipFill rotWithShape="1">
          <a:blip r:embed="rId8"/>
          <a:stretch/>
        </p:blipFill>
        <p:spPr bwMode="auto">
          <a:xfrm>
            <a:off x="5438157" y="152636"/>
            <a:ext cx="3517900" cy="838200"/>
          </a:xfrm>
          <a:prstGeom prst="rect">
            <a:avLst/>
          </a:prstGeom>
        </p:spPr>
      </p:pic>
      <p:sp>
        <p:nvSpPr>
          <p:cNvPr id="765695794" name="Rechteck 19"/>
          <p:cNvSpPr/>
          <p:nvPr userDrawn="1"/>
        </p:nvSpPr>
        <p:spPr bwMode="auto">
          <a:xfrm>
            <a:off x="5373843" y="6578615"/>
            <a:ext cx="3780000" cy="288000"/>
          </a:xfrm>
          <a:prstGeom prst="rect">
            <a:avLst/>
          </a:prstGeom>
          <a:solidFill>
            <a:srgbClr val="CD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pic>
        <p:nvPicPr>
          <p:cNvPr id="1447495346" name="Grafik 20"/>
          <p:cNvPicPr/>
          <p:nvPr userDrawn="1"/>
        </p:nvPicPr>
        <p:blipFill rotWithShape="1">
          <a:blip r:embed="rId9"/>
          <a:stretch/>
        </p:blipFill>
        <p:spPr bwMode="auto">
          <a:xfrm>
            <a:off x="5438157" y="6634835"/>
            <a:ext cx="1409700" cy="20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458387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12820" y="188640"/>
            <a:ext cx="515126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>
              <a:defRPr lang="de-DE"/>
            </a:lvl1pPr>
          </a:lstStyle>
          <a:p>
            <a:pPr lvl="0">
              <a:defRPr/>
            </a:pPr>
            <a:r>
              <a:rPr lang="de-DE"/>
              <a:t>Titelmasterformat bearbeiten</a:t>
            </a:r>
            <a:endParaRPr/>
          </a:p>
        </p:txBody>
      </p:sp>
      <p:sp>
        <p:nvSpPr>
          <p:cNvPr id="1873473171" name="Inhaltsplatzhalter 2"/>
          <p:cNvSpPr>
            <a:spLocks noGrp="1"/>
          </p:cNvSpPr>
          <p:nvPr>
            <p:ph idx="1"/>
          </p:nvPr>
        </p:nvSpPr>
        <p:spPr bwMode="auto">
          <a:xfrm>
            <a:off x="457200" y="1237456"/>
            <a:ext cx="8153399" cy="4495800"/>
          </a:xfrm>
        </p:spPr>
        <p:txBody>
          <a:bodyPr/>
          <a:lstStyle>
            <a:lvl1pPr>
              <a:spcBef>
                <a:spcPts val="1800"/>
              </a:spcBef>
              <a:defRPr sz="1800"/>
            </a:lvl1pPr>
            <a:lvl2pPr>
              <a:spcBef>
                <a:spcPts val="600"/>
              </a:spcBef>
              <a:defRPr sz="1600"/>
            </a:lvl2pPr>
            <a:lvl3pPr>
              <a:spcBef>
                <a:spcPts val="300"/>
              </a:spcBef>
              <a:defRPr sz="1400"/>
            </a:lvl3pPr>
            <a:lvl4pPr>
              <a:spcBef>
                <a:spcPts val="200"/>
              </a:spcBef>
              <a:defRPr/>
            </a:lvl4pPr>
            <a:lvl5pPr>
              <a:spcBef>
                <a:spcPts val="150"/>
              </a:spcBef>
              <a:defRPr sz="1100"/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 (größerer Abstand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820206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12820" y="188640"/>
            <a:ext cx="515126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>
              <a:defRPr lang="de-DE"/>
            </a:lvl1pPr>
          </a:lstStyle>
          <a:p>
            <a:pPr lvl="0">
              <a:defRPr/>
            </a:pPr>
            <a:r>
              <a:rPr lang="de-DE"/>
              <a:t>Titelmasterformat bearbeiten</a:t>
            </a:r>
            <a:endParaRPr/>
          </a:p>
        </p:txBody>
      </p:sp>
      <p:sp>
        <p:nvSpPr>
          <p:cNvPr id="1267679684" name="Inhaltsplatzhalter 2"/>
          <p:cNvSpPr>
            <a:spLocks noGrp="1"/>
          </p:cNvSpPr>
          <p:nvPr>
            <p:ph idx="1"/>
          </p:nvPr>
        </p:nvSpPr>
        <p:spPr bwMode="auto">
          <a:xfrm>
            <a:off x="457200" y="1237456"/>
            <a:ext cx="8153399" cy="4495800"/>
          </a:xfrm>
        </p:spPr>
        <p:txBody>
          <a:bodyPr/>
          <a:lstStyle>
            <a:lvl1pPr>
              <a:spcBef>
                <a:spcPts val="3000"/>
              </a:spcBef>
              <a:defRPr sz="1800"/>
            </a:lvl1pPr>
            <a:lvl2pPr>
              <a:spcBef>
                <a:spcPts val="900"/>
              </a:spcBef>
              <a:defRPr sz="16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300"/>
              </a:spcBef>
              <a:defRPr/>
            </a:lvl4pPr>
            <a:lvl5pPr>
              <a:spcBef>
                <a:spcPts val="150"/>
              </a:spcBef>
              <a:defRPr sz="1100"/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enutzerdefiniertes Layout: kleinerer Abstan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932396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212820" y="188640"/>
            <a:ext cx="515126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>
              <a:defRPr lang="de-DE"/>
            </a:lvl1pPr>
          </a:lstStyle>
          <a:p>
            <a:pPr lvl="0">
              <a:defRPr/>
            </a:pPr>
            <a:r>
              <a:rPr lang="de-DE"/>
              <a:t>Titelmasterformat bearbeiten</a:t>
            </a:r>
            <a:endParaRPr/>
          </a:p>
        </p:txBody>
      </p:sp>
      <p:sp>
        <p:nvSpPr>
          <p:cNvPr id="396845855" name="Inhaltsplatzhalter 2"/>
          <p:cNvSpPr>
            <a:spLocks noGrp="1"/>
          </p:cNvSpPr>
          <p:nvPr>
            <p:ph idx="1"/>
          </p:nvPr>
        </p:nvSpPr>
        <p:spPr bwMode="auto">
          <a:xfrm>
            <a:off x="457200" y="1237456"/>
            <a:ext cx="8153399" cy="4495800"/>
          </a:xfrm>
        </p:spPr>
        <p:txBody>
          <a:bodyPr/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150"/>
              </a:spcBef>
              <a:defRPr sz="1400"/>
            </a:lvl3pPr>
            <a:lvl4pPr>
              <a:spcBef>
                <a:spcPts val="100"/>
              </a:spcBef>
              <a:defRPr/>
            </a:lvl4pPr>
            <a:lvl5pPr>
              <a:spcBef>
                <a:spcPts val="75"/>
              </a:spcBef>
              <a:defRPr sz="1100"/>
            </a:lvl5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media1.svg"/><Relationship Id="rId9" Type="http://schemas.openxmlformats.org/officeDocument/2006/relationships/image" Target="../media/image3.png"/><Relationship Id="rId10" Type="http://schemas.openxmlformats.org/officeDocument/2006/relationships/image" Target="../media/media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32052" name="Rectangle 3"/>
          <p:cNvSpPr>
            <a:spLocks noChangeArrowheads="1" noGrp="1"/>
          </p:cNvSpPr>
          <p:nvPr>
            <p:ph type="body" idx="1"/>
          </p:nvPr>
        </p:nvSpPr>
        <p:spPr bwMode="auto">
          <a:xfrm>
            <a:off x="457200" y="1143000"/>
            <a:ext cx="8153399" cy="4495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pic>
        <p:nvPicPr>
          <p:cNvPr id="96225491" name="Bild 12"/>
          <p:cNvPicPr>
            <a:picLocks noChangeAspect="1"/>
          </p:cNvPicPr>
          <p:nvPr userDrawn="1"/>
        </p:nvPicPr>
        <p:blipFill rotWithShape="1">
          <a:blip r:embed="rId6"/>
          <a:stretch/>
        </p:blipFill>
        <p:spPr bwMode="auto">
          <a:xfrm>
            <a:off x="0" y="124"/>
            <a:ext cx="4572153" cy="1016608"/>
          </a:xfrm>
          <a:prstGeom prst="rect">
            <a:avLst/>
          </a:prstGeom>
        </p:spPr>
      </p:pic>
      <p:sp>
        <p:nvSpPr>
          <p:cNvPr id="116150573" name="Rectangle 2"/>
          <p:cNvSpPr>
            <a:spLocks noChangeArrowheads="1" noGrp="1"/>
          </p:cNvSpPr>
          <p:nvPr>
            <p:ph type="title"/>
          </p:nvPr>
        </p:nvSpPr>
        <p:spPr bwMode="auto">
          <a:xfrm>
            <a:off x="457200" y="228600"/>
            <a:ext cx="4953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038006099" name="Rechteck 15"/>
          <p:cNvSpPr/>
          <p:nvPr userDrawn="1"/>
        </p:nvSpPr>
        <p:spPr bwMode="auto">
          <a:xfrm>
            <a:off x="5364088" y="6578615"/>
            <a:ext cx="3780000" cy="288000"/>
          </a:xfrm>
          <a:prstGeom prst="rect">
            <a:avLst/>
          </a:prstGeom>
          <a:solidFill>
            <a:srgbClr val="CD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32012080" name="Foliennummernplatzhalter 11"/>
          <p:cNvSpPr txBox="1"/>
          <p:nvPr userDrawn="1"/>
        </p:nvSpPr>
        <p:spPr bwMode="auto">
          <a:xfrm>
            <a:off x="71499" y="6532636"/>
            <a:ext cx="540061" cy="257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>
              <a:defRPr sz="1000">
                <a:solidFill>
                  <a:schemeClr val="tx1">
                    <a:tint val="75000"/>
                  </a:schemeClr>
                </a:solidFill>
                <a:latin typeface="Verdana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81DB20B4-57B2-4A42-80F0-FB1BD58EEF5C}" type="slidenum">
              <a:rPr lang="de-DE">
                <a:solidFill>
                  <a:schemeClr val="tx2">
                    <a:lumMod val="75000"/>
                    <a:lumOff val="25000"/>
                  </a:schemeClr>
                </a:solidFill>
              </a:rPr>
              <a:t>3</a:t>
            </a:fld>
            <a:endParaRPr lang="de-DE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03512165" name="Rectangle 30"/>
          <p:cNvSpPr>
            <a:spLocks noChangeArrowheads="1"/>
          </p:cNvSpPr>
          <p:nvPr userDrawn="1"/>
        </p:nvSpPr>
        <p:spPr bwMode="auto">
          <a:xfrm rot="16199999">
            <a:off x="-1101985" y="5463822"/>
            <a:ext cx="2413523" cy="216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800">
                <a:solidFill>
                  <a:srgbClr val="000000"/>
                </a:solidFill>
                <a:latin typeface="Arial"/>
                <a:cs typeface="Arial"/>
              </a:rPr>
              <a:t>©</a:t>
            </a:r>
            <a:r>
              <a:rPr lang="de-DE" sz="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de-DE" sz="800">
                <a:solidFill>
                  <a:srgbClr val="000000"/>
                </a:solidFill>
                <a:latin typeface="Arial"/>
                <a:cs typeface="Arial"/>
              </a:rPr>
              <a:t>Prof. Dr. Frank Thomé,</a:t>
            </a:r>
            <a:r>
              <a:rPr lang="de-DE" sz="8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de-DE" sz="800">
                <a:solidFill>
                  <a:srgbClr val="000000"/>
                </a:solidFill>
                <a:latin typeface="Arial"/>
                <a:cs typeface="Arial"/>
              </a:rPr>
              <a:t>HWG Ludwigshafen</a:t>
            </a:r>
            <a:endParaRPr lang="de-DE" sz="80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9375287" name="Grafik 10"/>
          <p:cNvPicPr/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5438157" y="152636"/>
            <a:ext cx="3517900" cy="838200"/>
          </a:xfrm>
          <a:prstGeom prst="rect">
            <a:avLst/>
          </a:prstGeom>
        </p:spPr>
      </p:pic>
      <p:pic>
        <p:nvPicPr>
          <p:cNvPr id="883139748" name="Grafik 11"/>
          <p:cNvPicPr/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5438157" y="6634835"/>
            <a:ext cx="1409700" cy="203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1"/>
  <p:txStyles>
    <p:titleStyle>
      <a:lvl1pPr algn="l" rtl="0">
        <a:spcBef>
          <a:spcPts val="0"/>
        </a:spcBef>
        <a:spcAft>
          <a:spcPts val="0"/>
        </a:spcAft>
        <a:defRPr sz="2000" b="1">
          <a:solidFill>
            <a:schemeClr val="bg2">
              <a:lumMod val="50000"/>
            </a:schemeClr>
          </a:solidFill>
          <a:latin typeface="+mj-lt"/>
          <a:ea typeface="+mj-ea"/>
          <a:cs typeface="+mj-cs"/>
        </a:defRPr>
      </a:lvl1pPr>
      <a:lvl2pPr algn="l" rtl="0">
        <a:spcBef>
          <a:spcPts val="0"/>
        </a:spcBef>
        <a:spcAft>
          <a:spcPts val="0"/>
        </a:spcAft>
        <a:defRPr sz="2000">
          <a:solidFill>
            <a:srgbClr val="999999"/>
          </a:solidFill>
          <a:latin typeface="Arial"/>
        </a:defRPr>
      </a:lvl2pPr>
      <a:lvl3pPr algn="l" rtl="0">
        <a:spcBef>
          <a:spcPts val="0"/>
        </a:spcBef>
        <a:spcAft>
          <a:spcPts val="0"/>
        </a:spcAft>
        <a:defRPr sz="2000">
          <a:solidFill>
            <a:srgbClr val="999999"/>
          </a:solidFill>
          <a:latin typeface="Arial"/>
        </a:defRPr>
      </a:lvl3pPr>
      <a:lvl4pPr algn="l" rtl="0">
        <a:spcBef>
          <a:spcPts val="0"/>
        </a:spcBef>
        <a:spcAft>
          <a:spcPts val="0"/>
        </a:spcAft>
        <a:defRPr sz="2000">
          <a:solidFill>
            <a:srgbClr val="999999"/>
          </a:solidFill>
          <a:latin typeface="Arial"/>
        </a:defRPr>
      </a:lvl4pPr>
      <a:lvl5pPr algn="l" rtl="0">
        <a:spcBef>
          <a:spcPts val="0"/>
        </a:spcBef>
        <a:spcAft>
          <a:spcPts val="0"/>
        </a:spcAft>
        <a:defRPr sz="2000">
          <a:solidFill>
            <a:srgbClr val="999999"/>
          </a:solidFill>
          <a:latin typeface="Arial"/>
        </a:defRPr>
      </a:lvl5pPr>
      <a:lvl6pPr marL="457200" algn="l" rtl="0">
        <a:spcBef>
          <a:spcPts val="0"/>
        </a:spcBef>
        <a:spcAft>
          <a:spcPts val="0"/>
        </a:spcAft>
        <a:defRPr sz="2000">
          <a:solidFill>
            <a:srgbClr val="999999"/>
          </a:solidFill>
          <a:latin typeface="Arial"/>
        </a:defRPr>
      </a:lvl6pPr>
      <a:lvl7pPr marL="914400" algn="l" rtl="0">
        <a:spcBef>
          <a:spcPts val="0"/>
        </a:spcBef>
        <a:spcAft>
          <a:spcPts val="0"/>
        </a:spcAft>
        <a:defRPr sz="2000">
          <a:solidFill>
            <a:srgbClr val="999999"/>
          </a:solidFill>
          <a:latin typeface="Arial"/>
        </a:defRPr>
      </a:lvl7pPr>
      <a:lvl8pPr marL="1371600" algn="l" rtl="0">
        <a:spcBef>
          <a:spcPts val="0"/>
        </a:spcBef>
        <a:spcAft>
          <a:spcPts val="0"/>
        </a:spcAft>
        <a:defRPr sz="2000">
          <a:solidFill>
            <a:srgbClr val="999999"/>
          </a:solidFill>
          <a:latin typeface="Arial"/>
        </a:defRPr>
      </a:lvl8pPr>
      <a:lvl9pPr marL="1828800" algn="l" rtl="0">
        <a:spcBef>
          <a:spcPts val="0"/>
        </a:spcBef>
        <a:spcAft>
          <a:spcPts val="0"/>
        </a:spcAft>
        <a:defRPr sz="2000">
          <a:solidFill>
            <a:srgbClr val="999999"/>
          </a:solidFill>
          <a:latin typeface="Arial"/>
        </a:defRPr>
      </a:lvl9pPr>
    </p:titleStyle>
    <p:bodyStyle>
      <a:lvl1pPr marL="200025" indent="-200025" algn="l" rtl="0">
        <a:spcBef>
          <a:spcPts val="0"/>
        </a:spcBef>
        <a:spcAft>
          <a:spcPts val="0"/>
        </a:spcAft>
        <a:buClr>
          <a:srgbClr val="DC1E2D"/>
        </a:buClr>
        <a:buSzPct val="120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185738" algn="l" rtl="0">
        <a:spcBef>
          <a:spcPts val="0"/>
        </a:spcBef>
        <a:spcAft>
          <a:spcPts val="0"/>
        </a:spcAft>
        <a:buClr>
          <a:srgbClr val="DC1E2D"/>
        </a:buClr>
        <a:buChar char="–"/>
        <a:defRPr sz="1200">
          <a:solidFill>
            <a:schemeClr val="tx1"/>
          </a:solidFill>
          <a:latin typeface="+mn-lt"/>
        </a:defRPr>
      </a:lvl2pPr>
      <a:lvl3pPr marL="1143000" indent="-185738" algn="l" rtl="0">
        <a:spcBef>
          <a:spcPts val="0"/>
        </a:spcBef>
        <a:spcAft>
          <a:spcPts val="0"/>
        </a:spcAft>
        <a:buClr>
          <a:srgbClr val="DC1E2D"/>
        </a:buClr>
        <a:buFont typeface="Times"/>
        <a:buChar char="•"/>
        <a:defRPr sz="1200">
          <a:solidFill>
            <a:schemeClr val="tx1"/>
          </a:solidFill>
          <a:latin typeface="+mn-lt"/>
        </a:defRPr>
      </a:lvl3pPr>
      <a:lvl4pPr marL="1524000" indent="-185738" algn="l" rtl="0">
        <a:spcBef>
          <a:spcPts val="0"/>
        </a:spcBef>
        <a:spcAft>
          <a:spcPts val="0"/>
        </a:spcAft>
        <a:buClr>
          <a:srgbClr val="DC1E2D"/>
        </a:buClr>
        <a:buChar char="&gt;"/>
        <a:defRPr sz="1200">
          <a:solidFill>
            <a:schemeClr val="tx1"/>
          </a:solidFill>
          <a:latin typeface="+mn-lt"/>
        </a:defRPr>
      </a:lvl4pPr>
      <a:lvl5pPr marL="2057400" indent="-228600" algn="l" rtl="0">
        <a:spcBef>
          <a:spcPts val="0"/>
        </a:spcBef>
        <a:spcAft>
          <a:spcPts val="0"/>
        </a:spcAft>
        <a:buClr>
          <a:srgbClr val="DC1E2D"/>
        </a:buClr>
        <a:buChar char="&gt;"/>
        <a:defRPr sz="1200">
          <a:solidFill>
            <a:schemeClr val="tx1"/>
          </a:solidFill>
          <a:latin typeface="+mn-lt"/>
        </a:defRPr>
      </a:lvl5pPr>
      <a:lvl6pPr marL="2514600" indent="-228600" algn="l" rtl="0">
        <a:spcBef>
          <a:spcPts val="0"/>
        </a:spcBef>
        <a:spcAft>
          <a:spcPts val="0"/>
        </a:spcAft>
        <a:buClr>
          <a:srgbClr val="DC1E2D"/>
        </a:buClr>
        <a:buChar char="&gt;"/>
        <a:defRPr sz="1200">
          <a:solidFill>
            <a:schemeClr val="tx1"/>
          </a:solidFill>
          <a:latin typeface="+mn-lt"/>
        </a:defRPr>
      </a:lvl6pPr>
      <a:lvl7pPr marL="2971800" indent="-228600" algn="l" rtl="0">
        <a:spcBef>
          <a:spcPts val="0"/>
        </a:spcBef>
        <a:spcAft>
          <a:spcPts val="0"/>
        </a:spcAft>
        <a:buClr>
          <a:srgbClr val="DC1E2D"/>
        </a:buClr>
        <a:buChar char="&gt;"/>
        <a:defRPr sz="1200">
          <a:solidFill>
            <a:schemeClr val="tx1"/>
          </a:solidFill>
          <a:latin typeface="+mn-lt"/>
        </a:defRPr>
      </a:lvl7pPr>
      <a:lvl8pPr marL="3429000" indent="-228600" algn="l" rtl="0">
        <a:spcBef>
          <a:spcPts val="0"/>
        </a:spcBef>
        <a:spcAft>
          <a:spcPts val="0"/>
        </a:spcAft>
        <a:buClr>
          <a:srgbClr val="DC1E2D"/>
        </a:buClr>
        <a:buChar char="&gt;"/>
        <a:defRPr sz="1200">
          <a:solidFill>
            <a:schemeClr val="tx1"/>
          </a:solidFill>
          <a:latin typeface="+mn-lt"/>
        </a:defRPr>
      </a:lvl8pPr>
      <a:lvl9pPr marL="3886200" indent="-228600" algn="l" rtl="0">
        <a:spcBef>
          <a:spcPts val="0"/>
        </a:spcBef>
        <a:spcAft>
          <a:spcPts val="0"/>
        </a:spcAft>
        <a:buClr>
          <a:srgbClr val="DC1E2D"/>
        </a:buClr>
        <a:buChar char="&gt;"/>
        <a:defRPr sz="1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946496" name="Untertitel 2"/>
          <p:cNvSpPr txBox="1"/>
          <p:nvPr/>
        </p:nvSpPr>
        <p:spPr bwMode="auto">
          <a:xfrm>
            <a:off x="2743200" y="3753036"/>
            <a:ext cx="5285184" cy="1473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 marL="0" indent="0" algn="l" rtl="0">
              <a:spcBef>
                <a:spcPts val="0"/>
              </a:spcBef>
              <a:spcAft>
                <a:spcPts val="0"/>
              </a:spcAft>
              <a:buClr>
                <a:srgbClr val="DC1E2D"/>
              </a:buClr>
              <a:buSzPct val="120000"/>
              <a:buFont typeface="Wingdings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185738" algn="l" rtl="0">
              <a:spcBef>
                <a:spcPts val="0"/>
              </a:spcBef>
              <a:spcAft>
                <a:spcPts val="0"/>
              </a:spcAft>
              <a:buClr>
                <a:srgbClr val="DC1E2D"/>
              </a:buClr>
              <a:buChar char="–"/>
              <a:defRPr sz="1200">
                <a:solidFill>
                  <a:schemeClr val="tx1"/>
                </a:solidFill>
                <a:latin typeface="+mn-lt"/>
              </a:defRPr>
            </a:lvl2pPr>
            <a:lvl3pPr marL="1143000" indent="-185738" algn="l" rtl="0">
              <a:spcBef>
                <a:spcPts val="0"/>
              </a:spcBef>
              <a:spcAft>
                <a:spcPts val="0"/>
              </a:spcAft>
              <a:buClr>
                <a:srgbClr val="DC1E2D"/>
              </a:buClr>
              <a:buFont typeface="Times"/>
              <a:buChar char="•"/>
              <a:defRPr sz="1200">
                <a:solidFill>
                  <a:schemeClr val="tx1"/>
                </a:solidFill>
                <a:latin typeface="+mn-lt"/>
              </a:defRPr>
            </a:lvl3pPr>
            <a:lvl4pPr marL="1524000" indent="-185738" algn="l" rtl="0">
              <a:spcBef>
                <a:spcPts val="0"/>
              </a:spcBef>
              <a:spcAft>
                <a:spcPts val="0"/>
              </a:spcAft>
              <a:buClr>
                <a:srgbClr val="DC1E2D"/>
              </a:buClr>
              <a:buChar char="&gt;"/>
              <a:defRPr sz="1200">
                <a:solidFill>
                  <a:schemeClr val="tx1"/>
                </a:solidFill>
                <a:latin typeface="+mn-lt"/>
              </a:defRPr>
            </a:lvl4pPr>
            <a:lvl5pPr marL="2057400" indent="-228600" algn="l" rtl="0">
              <a:spcBef>
                <a:spcPts val="0"/>
              </a:spcBef>
              <a:spcAft>
                <a:spcPts val="0"/>
              </a:spcAft>
              <a:buClr>
                <a:srgbClr val="DC1E2D"/>
              </a:buClr>
              <a:buChar char="&gt;"/>
              <a:defRPr sz="1200">
                <a:solidFill>
                  <a:schemeClr val="tx1"/>
                </a:solidFill>
                <a:latin typeface="+mn-lt"/>
              </a:defRPr>
            </a:lvl5pPr>
            <a:lvl6pPr marL="2514600" indent="-228600" algn="l" rtl="0">
              <a:spcBef>
                <a:spcPts val="0"/>
              </a:spcBef>
              <a:spcAft>
                <a:spcPts val="0"/>
              </a:spcAft>
              <a:buClr>
                <a:srgbClr val="DC1E2D"/>
              </a:buClr>
              <a:buChar char="&gt;"/>
              <a:defRPr sz="1200">
                <a:solidFill>
                  <a:schemeClr val="tx1"/>
                </a:solidFill>
                <a:latin typeface="+mn-lt"/>
              </a:defRPr>
            </a:lvl6pPr>
            <a:lvl7pPr marL="2971800" indent="-228600" algn="l" rtl="0">
              <a:spcBef>
                <a:spcPts val="0"/>
              </a:spcBef>
              <a:spcAft>
                <a:spcPts val="0"/>
              </a:spcAft>
              <a:buClr>
                <a:srgbClr val="DC1E2D"/>
              </a:buClr>
              <a:buChar char="&gt;"/>
              <a:defRPr sz="1200">
                <a:solidFill>
                  <a:schemeClr val="tx1"/>
                </a:solidFill>
                <a:latin typeface="+mn-lt"/>
              </a:defRPr>
            </a:lvl7pPr>
            <a:lvl8pPr marL="3429000" indent="-228600" algn="l" rtl="0">
              <a:spcBef>
                <a:spcPts val="0"/>
              </a:spcBef>
              <a:spcAft>
                <a:spcPts val="0"/>
              </a:spcAft>
              <a:buClr>
                <a:srgbClr val="DC1E2D"/>
              </a:buClr>
              <a:buChar char="&gt;"/>
              <a:defRPr sz="1200">
                <a:solidFill>
                  <a:schemeClr val="tx1"/>
                </a:solidFill>
                <a:latin typeface="+mn-lt"/>
              </a:defRPr>
            </a:lvl8pPr>
            <a:lvl9pPr marL="3886200" indent="-228600" algn="l" rtl="0">
              <a:spcBef>
                <a:spcPts val="0"/>
              </a:spcBef>
              <a:spcAft>
                <a:spcPts val="0"/>
              </a:spcAft>
              <a:buClr>
                <a:srgbClr val="DC1E2D"/>
              </a:buClr>
              <a:buChar char="&gt;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de-DE" sz="1800"/>
              <a:t>Master Wirtschaftsinformatik (</a:t>
            </a:r>
            <a:r>
              <a:rPr lang="de-DE" sz="1800"/>
              <a:t>DataCon</a:t>
            </a:r>
            <a:r>
              <a:rPr lang="de-DE" sz="1800"/>
              <a:t>)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lang="de-DE" sz="1800"/>
              <a:t>Wintersemester 2026/27</a:t>
            </a:r>
            <a:endParaRPr/>
          </a:p>
          <a:p>
            <a:pPr>
              <a:spcBef>
                <a:spcPts val="1200"/>
              </a:spcBef>
              <a:defRPr/>
            </a:pPr>
            <a:r>
              <a:rPr lang="de-DE" sz="1800" b="1"/>
              <a:t>Gruppe x  	</a:t>
            </a:r>
            <a:endParaRPr/>
          </a:p>
        </p:txBody>
      </p:sp>
      <p:sp>
        <p:nvSpPr>
          <p:cNvPr id="1854235093" name="Titel 1"/>
          <p:cNvSpPr>
            <a:spLocks noGrp="1"/>
          </p:cNvSpPr>
          <p:nvPr>
            <p:ph type="ctrTitle"/>
          </p:nvPr>
        </p:nvSpPr>
        <p:spPr bwMode="auto">
          <a:xfrm>
            <a:off x="2743200" y="2859596"/>
            <a:ext cx="5181600" cy="533400"/>
          </a:xfrm>
        </p:spPr>
        <p:txBody>
          <a:bodyPr/>
          <a:lstStyle/>
          <a:p>
            <a:pPr>
              <a:defRPr/>
            </a:pPr>
            <a:r>
              <a:rPr lang="de-DE" sz="2400"/>
              <a:t>MW350 Praxisprojekt </a:t>
            </a:r>
            <a:r>
              <a:rPr lang="de-DE" sz="2400"/>
              <a:t>IoT</a:t>
            </a:r>
            <a:br>
              <a:rPr lang="de-DE" sz="2400"/>
            </a:br>
            <a:r>
              <a:rPr lang="de-DE" sz="2400"/>
              <a:t>Statusbericht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06952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Projektauftrag</a:t>
            </a:r>
            <a:endParaRPr lang="de-DE"/>
          </a:p>
        </p:txBody>
      </p:sp>
      <p:sp>
        <p:nvSpPr>
          <p:cNvPr id="1937800220" name="Inhaltsplatzhalt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Kurzbezeichnung des Projektauftrags</a:t>
            </a:r>
            <a:endParaRPr/>
          </a:p>
          <a:p>
            <a:pPr lvl="1">
              <a:defRPr/>
            </a:pPr>
            <a:r>
              <a:rPr lang="de-DE"/>
              <a:t>siehe Beschreibung der Arbeitsgruppen im OLAT-Kurs</a:t>
            </a:r>
            <a:endParaRPr/>
          </a:p>
          <a:p>
            <a:pPr>
              <a:defRPr/>
            </a:pPr>
            <a:r>
              <a:rPr lang="de-DE"/>
              <a:t>Projektbeginn und –ende: </a:t>
            </a:r>
            <a:endParaRPr/>
          </a:p>
          <a:p>
            <a:pPr lvl="1">
              <a:defRPr/>
            </a:pPr>
            <a:r>
              <a:rPr lang="de-DE"/>
              <a:t>30. September bis 16. Dezember 2026</a:t>
            </a:r>
            <a:endParaRPr/>
          </a:p>
          <a:p>
            <a:pPr>
              <a:defRPr/>
            </a:pPr>
            <a:r>
              <a:rPr lang="de-DE"/>
              <a:t>Projektteam</a:t>
            </a:r>
            <a:endParaRPr/>
          </a:p>
          <a:p>
            <a:pPr lvl="1">
              <a:defRPr/>
            </a:pPr>
            <a:r>
              <a:rPr lang="de-DE"/>
              <a:t>Namen und Funktion der Projetteilnehmer, evtl. auch noch ein Foto der Gruppe</a:t>
            </a:r>
            <a:endParaRPr/>
          </a:p>
          <a:p>
            <a:pPr>
              <a:defRPr/>
            </a:pPr>
            <a:r>
              <a:rPr lang="de-DE"/>
              <a:t>Aufgabenschwerpunkte</a:t>
            </a:r>
            <a:endParaRPr/>
          </a:p>
          <a:p>
            <a:pPr lvl="1">
              <a:defRPr/>
            </a:pPr>
            <a:r>
              <a:rPr lang="de-DE"/>
              <a:t>stichpunktartige Detaillierung der wichtigsten Aufgaben und Ziele</a:t>
            </a:r>
            <a:endParaRPr/>
          </a:p>
          <a:p>
            <a:pPr>
              <a:defRPr/>
            </a:pPr>
            <a:r>
              <a:rPr lang="de-DE"/>
              <a:t>Annahmen und Beschränkungen</a:t>
            </a:r>
            <a:endParaRPr/>
          </a:p>
          <a:p>
            <a:pPr lvl="1">
              <a:defRPr/>
            </a:pPr>
            <a:r>
              <a:rPr lang="de-DE"/>
              <a:t>ggf. spezielle Annahmen bzgl. Hard- und Software, Ausschluss von bestimmten Tätigkeiten etc.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420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Aktueller Projektstatus</a:t>
            </a:r>
            <a:endParaRPr lang="de-DE"/>
          </a:p>
        </p:txBody>
      </p:sp>
      <p:sp>
        <p:nvSpPr>
          <p:cNvPr id="1835602347" name="Inhaltsplatzhalter 4"/>
          <p:cNvSpPr>
            <a:spLocks noGrp="1"/>
          </p:cNvSpPr>
          <p:nvPr>
            <p:ph idx="1"/>
          </p:nvPr>
        </p:nvSpPr>
        <p:spPr bwMode="auto">
          <a:xfrm>
            <a:off x="1295636" y="1237456"/>
            <a:ext cx="7314964" cy="4495800"/>
          </a:xfrm>
        </p:spPr>
        <p:txBody>
          <a:bodyPr/>
          <a:lstStyle/>
          <a:p>
            <a:pPr>
              <a:defRPr/>
            </a:pPr>
            <a:r>
              <a:rPr lang="de-DE"/>
              <a:t>Grün:</a:t>
            </a:r>
            <a:endParaRPr/>
          </a:p>
          <a:p>
            <a:pPr lvl="1">
              <a:defRPr/>
            </a:pPr>
            <a:r>
              <a:rPr lang="de-DE"/>
              <a:t>tbd</a:t>
            </a:r>
            <a:r>
              <a:rPr lang="de-DE"/>
              <a:t>.</a:t>
            </a:r>
            <a:endParaRPr/>
          </a:p>
          <a:p>
            <a:pPr lvl="1">
              <a:defRPr/>
            </a:pPr>
            <a:r>
              <a:rPr lang="de-DE"/>
              <a:t>tbd</a:t>
            </a:r>
            <a:r>
              <a:rPr lang="de-DE"/>
              <a:t>.</a:t>
            </a:r>
            <a:endParaRPr/>
          </a:p>
          <a:p>
            <a:pPr lvl="1">
              <a:defRPr/>
            </a:pPr>
            <a:r>
              <a:rPr lang="de-DE"/>
              <a:t>tbd</a:t>
            </a:r>
            <a:r>
              <a:rPr lang="de-DE"/>
              <a:t>.</a:t>
            </a:r>
            <a:endParaRPr/>
          </a:p>
          <a:p>
            <a:pPr>
              <a:defRPr/>
            </a:pPr>
            <a:r>
              <a:rPr lang="de-DE"/>
              <a:t>Gelb:</a:t>
            </a:r>
            <a:endParaRPr/>
          </a:p>
          <a:p>
            <a:pPr lvl="1">
              <a:defRPr/>
            </a:pPr>
            <a:r>
              <a:rPr lang="de-DE"/>
              <a:t>tbd</a:t>
            </a:r>
            <a:r>
              <a:rPr lang="de-DE"/>
              <a:t>.</a:t>
            </a:r>
            <a:endParaRPr/>
          </a:p>
          <a:p>
            <a:pPr lvl="1">
              <a:defRPr/>
            </a:pPr>
            <a:r>
              <a:rPr lang="de-DE"/>
              <a:t>tbd</a:t>
            </a:r>
            <a:r>
              <a:rPr lang="de-DE"/>
              <a:t>.</a:t>
            </a:r>
            <a:endParaRPr/>
          </a:p>
          <a:p>
            <a:pPr lvl="1">
              <a:defRPr/>
            </a:pPr>
            <a:r>
              <a:rPr lang="de-DE"/>
              <a:t>tbd</a:t>
            </a:r>
            <a:r>
              <a:rPr lang="de-DE"/>
              <a:t>.</a:t>
            </a:r>
            <a:endParaRPr/>
          </a:p>
          <a:p>
            <a:pPr>
              <a:defRPr/>
            </a:pPr>
            <a:r>
              <a:rPr lang="de-DE"/>
              <a:t>Rot:</a:t>
            </a:r>
            <a:endParaRPr/>
          </a:p>
          <a:p>
            <a:pPr lvl="1">
              <a:defRPr/>
            </a:pPr>
            <a:r>
              <a:rPr lang="de-DE"/>
              <a:t>tbd</a:t>
            </a:r>
            <a:r>
              <a:rPr lang="de-DE"/>
              <a:t>.</a:t>
            </a:r>
            <a:endParaRPr/>
          </a:p>
          <a:p>
            <a:pPr lvl="1">
              <a:defRPr/>
            </a:pPr>
            <a:r>
              <a:rPr lang="de-DE"/>
              <a:t>tbd</a:t>
            </a:r>
            <a:r>
              <a:rPr lang="de-DE"/>
              <a:t>.</a:t>
            </a:r>
            <a:endParaRPr/>
          </a:p>
          <a:p>
            <a:pPr lvl="1">
              <a:defRPr/>
            </a:pPr>
            <a:r>
              <a:rPr lang="de-DE"/>
              <a:t>tbd</a:t>
            </a:r>
            <a:r>
              <a:rPr lang="de-DE"/>
              <a:t>.</a:t>
            </a:r>
            <a:endParaRPr/>
          </a:p>
          <a:p>
            <a:pPr lvl="1">
              <a:defRPr/>
            </a:pPr>
            <a:endParaRPr lang="de-DE"/>
          </a:p>
          <a:p>
            <a:pPr marL="0" indent="0">
              <a:buNone/>
              <a:defRPr/>
            </a:pPr>
            <a:endParaRPr lang="de-DE"/>
          </a:p>
          <a:p>
            <a:pPr marL="0" indent="0">
              <a:buNone/>
              <a:defRPr/>
            </a:pPr>
            <a:endParaRPr lang="de-DE"/>
          </a:p>
        </p:txBody>
      </p:sp>
      <p:pic>
        <p:nvPicPr>
          <p:cNvPr id="1008329929" name="Picture 2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683568" y="3033096"/>
            <a:ext cx="497700" cy="1260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196568239" name="Picture 3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689696" y="1268760"/>
            <a:ext cx="496125" cy="1260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114932" name="Picture 2" descr="Bildergebnis für rote ampel clipart"/>
          <p:cNvPicPr>
            <a:picLocks noChangeAspect="1" noChangeArrowheads="1"/>
          </p:cNvPicPr>
          <p:nvPr/>
        </p:nvPicPr>
        <p:blipFill rotWithShape="1">
          <a:blip r:embed="rId5"/>
          <a:stretch/>
        </p:blipFill>
        <p:spPr bwMode="auto">
          <a:xfrm>
            <a:off x="683568" y="4761288"/>
            <a:ext cx="497700" cy="12600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93598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Offene Punkte</a:t>
            </a:r>
            <a:endParaRPr/>
          </a:p>
        </p:txBody>
      </p:sp>
      <p:sp>
        <p:nvSpPr>
          <p:cNvPr id="1954013181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Themenbereich 1</a:t>
            </a:r>
            <a:endParaRPr/>
          </a:p>
          <a:p>
            <a:pPr lvl="1">
              <a:defRPr/>
            </a:pPr>
            <a:r>
              <a:rPr lang="de-DE"/>
              <a:t>Frage 1.1</a:t>
            </a:r>
            <a:endParaRPr/>
          </a:p>
          <a:p>
            <a:pPr lvl="1">
              <a:defRPr/>
            </a:pPr>
            <a:r>
              <a:rPr lang="de-DE"/>
              <a:t>Frage 1.2</a:t>
            </a:r>
            <a:endParaRPr/>
          </a:p>
          <a:p>
            <a:pPr lvl="1">
              <a:defRPr/>
            </a:pPr>
            <a:r>
              <a:rPr lang="de-DE"/>
              <a:t>etc.</a:t>
            </a:r>
            <a:endParaRPr/>
          </a:p>
          <a:p>
            <a:pPr>
              <a:defRPr/>
            </a:pPr>
            <a:r>
              <a:rPr lang="de-DE"/>
              <a:t>Themenbereich 2</a:t>
            </a:r>
            <a:endParaRPr/>
          </a:p>
          <a:p>
            <a:pPr lvl="1">
              <a:defRPr/>
            </a:pPr>
            <a:r>
              <a:rPr lang="de-DE"/>
              <a:t>Frage 2.1</a:t>
            </a:r>
            <a:endParaRPr/>
          </a:p>
          <a:p>
            <a:pPr lvl="1">
              <a:defRPr/>
            </a:pPr>
            <a:r>
              <a:rPr lang="de-DE"/>
              <a:t>Frage 2.2</a:t>
            </a:r>
            <a:endParaRPr/>
          </a:p>
          <a:p>
            <a:pPr lvl="1">
              <a:defRPr/>
            </a:pPr>
            <a:r>
              <a:rPr lang="de-DE"/>
              <a:t>etc.</a:t>
            </a:r>
            <a:endParaRPr/>
          </a:p>
          <a:p>
            <a:pPr>
              <a:defRPr/>
            </a:pPr>
            <a:r>
              <a:rPr lang="de-DE"/>
              <a:t>Themenbereich n</a:t>
            </a:r>
            <a:endParaRPr/>
          </a:p>
          <a:p>
            <a:pPr lvl="1">
              <a:defRPr/>
            </a:pPr>
            <a:r>
              <a:rPr lang="de-DE"/>
              <a:t>Frage n.1</a:t>
            </a:r>
            <a:endParaRPr/>
          </a:p>
          <a:p>
            <a:pPr lvl="1">
              <a:defRPr/>
            </a:pPr>
            <a:r>
              <a:rPr lang="de-DE"/>
              <a:t>Frage n.2</a:t>
            </a:r>
            <a:endParaRPr/>
          </a:p>
          <a:p>
            <a:pPr lvl="1">
              <a:defRPr/>
            </a:pPr>
            <a:r>
              <a:rPr lang="de-DE"/>
              <a:t>etc.</a:t>
            </a:r>
            <a:endParaRPr/>
          </a:p>
          <a:p>
            <a:pPr lvl="1">
              <a:defRPr/>
            </a:pP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Leer">
  <a:themeElements>
    <a:clrScheme name="Le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e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Le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Euro-Office/2.5.565.0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Thomè</dc:creator>
  <cp:lastModifiedBy>Adam Heier</cp:lastModifiedBy>
  <cp:revision>936</cp:revision>
  <dcterms:created xsi:type="dcterms:W3CDTF">2010-09-03T12:20:01Z</dcterms:created>
  <dcterms:modified xsi:type="dcterms:W3CDTF">2026-10-26T07:01:58Z</dcterms:modified>
</cp:coreProperties>
</file>